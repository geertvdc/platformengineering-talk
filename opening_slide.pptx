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0" y="1904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35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716500" y="1904999"/>
            <a:ext cx="152400" cy="1524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54500" y="2286000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35500" y="22860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716500" y="2286000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000125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7310" y="906780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TECHORAMA BELGIUM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240279"/>
            <a:ext cx="142875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 spc="-450">
                <a:solidFill>
                  <a:srgbClr val="FFFFFF"/>
                </a:solidFill>
                <a:latin typeface="Inter Black"/>
              </a:rPr>
              <a:t>CLOUD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11855"/>
            <a:ext cx="142875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 spc="-450">
                <a:solidFill>
                  <a:srgbClr val="FFFFFF"/>
                </a:solidFill>
                <a:latin typeface="Inter Black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583430"/>
            <a:ext cx="142875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 spc="-450">
                <a:solidFill>
                  <a:srgbClr val="666666"/>
                </a:solidFill>
                <a:latin typeface="Inter Black"/>
              </a:rP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850255"/>
            <a:ext cx="8572500" cy="8191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spc="-225">
                <a:solidFill>
                  <a:srgbClr val="444444"/>
                </a:solidFill>
                <a:latin typeface="Inter Black"/>
              </a:rPr>
              <a:t>ON AZURE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229600"/>
            <a:ext cx="761999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8288655"/>
            <a:ext cx="8572500" cy="4381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 spc="-75">
                <a:solidFill>
                  <a:srgbClr val="FFFFFF"/>
                </a:solidFill>
                <a:latin typeface="Inter ExtraBold"/>
              </a:rPr>
              <a:t>Geert van der Cruijsen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8764905"/>
            <a:ext cx="857250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spc="75">
                <a:solidFill>
                  <a:srgbClr val="888888"/>
                </a:solidFill>
                <a:latin typeface="Inter"/>
              </a:rPr>
              <a:t>CEO &amp; Co-founder · Zure 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