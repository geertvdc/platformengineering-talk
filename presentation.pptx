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TECHORAMA BELGIUM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240279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11855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83430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0255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229600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288655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876490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What happens when platform teams become the bottleneck — and how to think differently.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When your team needs infrastructure. Today. Not next 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32638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444444"/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26480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The ticket queue is where developer velocity goes to die.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8774430"/>
            <a:ext cx="16002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No two teams build their infrastructure the same way. The platform team inherits the chaos.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8707755"/>
            <a:ext cx="16002000" cy="5905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66666"/>
                </a:solidFill>
                <a:latin typeface="Inter"/>
              </a:rPr>
              <a:t>Developers are asked to master features, security, and infrastructure simultaneously. Cognitive overload isn’t a weakness — it’s an architectural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983980"/>
            <a:ext cx="1143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55555"/>
                </a:solidFill>
                <a:latin typeface="Inter"/>
              </a:rPr>
              <a:t>The platform team’s job isn’t to say no. It’s to make yes the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9012555"/>
            <a:ext cx="13334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 Medium"/>
              </a:rPr>
              <a:t>Platform engineering is DevOps that scales — built for large teams and large organisations.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6026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44444"/>
                </a:solidFill>
                <a:latin typeface="Inter Black"/>
              </a:rPr>
              <a:t>NOT A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901255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555555"/>
                </a:solidFill>
                <a:latin typeface="Inter Medium"/>
              </a:rPr>
              <a:t>The platform team ships. Developers self-serve.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50130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593455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AAAAA"/>
                </a:solidFill>
                <a:latin typeface="Inter"/>
              </a:rPr>
              <a:t>A product your developers consume — not a system they wait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66666"/>
                </a:solidFill>
                <a:latin typeface="Inter"/>
              </a:rPr>
              <a:t>Abstractions, golden path, self-service — built once, used by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47878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9003030"/>
            <a:ext cx="95250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888888"/>
                </a:solidFill>
                <a:latin typeface="Inter"/>
              </a:rPr>
              <a:t>Make the right thing easy. Make the wrong thing intentional.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430530"/>
            <a:ext cx="9525000" cy="838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4495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175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Developers provision what they need —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219449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97579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64380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17207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02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1700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Inter"/>
              </a:rPr>
              <a:t>Clear ownership between platform team and product 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60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82180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374380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5478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CNCF TOOLKIT.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555555"/>
                </a:solidFill>
                <a:latin typeface="Inter Black"/>
              </a:rPr>
              <a:t>BUILD ON KUBERNETES.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52060" y="3192779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925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260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DRIFT? RECONCILE.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23560" y="2621280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10743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7259955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507730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SECTION 3  ·  GITOPS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FFFFFF"/>
                </a:solidFill>
                <a:latin typeface="Inter Black"/>
              </a:rPr>
              <a:t>HOW GITOPS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2  argo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097530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3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943225"/>
            <a:ext cx="2095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5750" y="2943225"/>
            <a:ext cx="2476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2752725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499" y="2562225"/>
            <a:ext cx="5334000" cy="2286000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1135" y="3526155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3526155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5784" y="3497579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3507105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41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386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SECTION 3  ·  ARGO CD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783079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59379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3325" y="3124200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6709" y="3278505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7300" y="3790949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7875" y="4267200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7875" y="428625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7300" y="428625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6725" y="428625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4552950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52900" y="4552950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1849" y="4552950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4669155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7659" y="4669155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9010" y="4669155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2733674"/>
            <a:ext cx="19050" cy="247649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110" y="2659379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3550" y="4114800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710" y="4307205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6735" y="4259580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782550" y="335280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19710" y="3507105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782550" y="411480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19710" y="4269105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782550" y="487680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19710" y="5031105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7496175"/>
            <a:ext cx="1600200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0409" y="7593330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